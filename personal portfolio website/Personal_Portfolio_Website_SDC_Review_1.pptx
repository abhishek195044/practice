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SDC PROJECT REVIEW – 1</a:t>
            </a:r>
          </a:p>
          <a:p>
            <a:pPr>
              <a:spcAft>
                <a:spcPts val="1200"/>
              </a:spcAft>
              <a:defRPr sz="4000" b="1">
                <a:solidFill>
                  <a:srgbClr val="F8FAFC"/>
                </a:solidFill>
                <a:latin typeface="Arial"/>
              </a:defRPr>
            </a:pPr>
            <a:r>
              <a:t>Personal Portfolio Website</a:t>
            </a:r>
          </a:p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A modern, SEO-optimized personal web platform built using HTML, CSS Grid/Flexbox, and JavaScript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PROJECT TEAM (CSE, KL UNIVERSITY):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Abhishek Kumar – Computer Science &amp; Engineering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Chaitanya Karande – Computer Science &amp; Engineering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Deepak Kumar –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Problem Statement: Challenges in Professional Online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Static Resume Limitations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Traditional paper or PDF resumes cannot dynamically demonstrate interactive web code, live responsive layouts, or real-time web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Fragmented Achievements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Students struggle to present projects, code repositories, blogs, and personal contact options in one unified, professional online destination.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Low Recruiter Discoverability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Without a dedicated web presence and Search Engine Optimization (SEO), showcasing technical work effectively to employers is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Proposed Solution: Modern Personal Portfolio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SOLUTION HIGHLIGHT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All-in-One Digital Hub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Integrates project galleries, personal blog posts, skill summaries, and an interactive contact form into a single centralized web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SOLUTION HIGHLIGHT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Responsive &amp; Modern UI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Designed with CSS Grid and Flexbox layouts for seamless viewing across devices, complete with an instant Light/Dark Mode toggle.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SOLUTION HIGHLIGHT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SEO-Optimized Structure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Built using semantic HTML5 elements and meta structures to maximize search engine indexing and potential employer 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Project Objectives: Core Technical &amp; Operational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Goal 1: Showcase Portfolio Items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Display detailed project galleries, technical case studies, and personal blog posts in a clean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Goal 2: Pure Front-End Mastery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Build the complete application strictly using Vanilla HTML5, CSS3, and JavaScript without external frameworks.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Goal 3: Interactive User Experience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Implement Local Storage for authentication, a Dark Mode theme toggle, and module-wise JavaScript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06908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Goal 4: SEO &amp; Standard Compliance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Structure the codebase with semantic HTML markup to enhance online search visibility for recruiters.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System Overview: Architectural Structure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MODULE 1</a:t>
            </a:r>
          </a:p>
          <a:p>
            <a:pPr>
              <a:spcAft>
                <a:spcPts val="12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Admin Module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Content Management: Conceptual role of site owner updating content.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Portfolio Management: Add, edit, or delete project items.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Blog Oversight: Create and manage published articles.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Contact Inquiries: View messages submitted through the contact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MODULE 2</a:t>
            </a:r>
          </a:p>
          <a:p>
            <a:pPr>
              <a:spcAft>
                <a:spcPts val="12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User Module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Public Exploration: Browse projects, skills, and personal blog posts.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Interactive Contact Form: Send direct inquiries to the portfolio owner.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Theme Customization: Toggle between Light Mode and Dark Mode UX.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Arial"/>
              </a:defRPr>
            </a:pPr>
            <a:r>
              <a:t>• Client-Side Redirection: Smooth JavaScript-based section navigation.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Admin Module: Content &amp; Operations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ADMIN FUNCTION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Manage Projects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Add, update, or remove portfolio project cards, technical descriptions, live demo links, and GitHub repository URLs.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ADMIN FUNCTION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Manage Blog Posts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Create, edit, and categorize blog articles, technical notes, and personal updates for site visitors.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ADMIN FUNCTION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Contact Form Oversight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Access, review, and manage messages and feedback submitted by potential employers or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User Module: Interactive Visitor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USER FEATURE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Portfolio Exploration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Browse project galleries, read technical blog posts, and view detailed skill breakdowns in a responsive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USER FEATURE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Interactive Engagement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Submit direct messages via the contact form and seamlessly toggle between Light and Dark themes.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USER FEATURE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Module Redirection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Experience fast, client-side navigation and section switching powered by Vanilla JavaScript.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Technology Stack &amp; Core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HTML5 &amp; CSS3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Semantic page architecture styled using CSS Grid and Flexbox for mobile-responsive card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Vanilla JavaScript (ES6)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DOM manipulation, event listeners, dynamic content rendering, and module-wise redirection.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Local Storage Authentication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Client-side signup and login persistence, saving user session states and dark mode preference.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069080"/>
            <a:ext cx="517550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GitHub Version Control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Hosted repository with version control and live website deployment for public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Key Features &amp; UI Layout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CORE UI SECTIONS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Home Section: Engaging hero introduction with bio &amp; CTA.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About &amp; Skills: Categorized skill badges and background summary.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Projects Gallery: CSS Grid layout with image previews &amp; repo links.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Blogs Section: Clean article cards with reading views.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Contact Form: Interactive input fields for user inquiries.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INTERACTIVE UTILITIES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Authentication Flow: Signup and Login screens backed by Local Storage.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Dark Mode Toggle: Instant theme switching using CSS variables.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Responsive Alignment: Fluid UI layout using Flexbox and CSS Grid.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JavaScript Navigation: Single-page application feel with section redirection.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Live Demonstration: Hosted on GitHub Pages for real-time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SDC PROJECT REVIEW –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LEARNING OUTCOMES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Mastered responsive layout design using CSS Grid and Flexbox.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Implemented client-side authentication and theme state persistence with Local Storage.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Gained practical experience in DOM manipulation and JavaScript event handling.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Managed project code and live deployment using GitHub version control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Backend Integration: Connect with Node.js/Express REST APIs.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Database Storage: Migrate Local Storage data to MongoDB / SQL.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Custom Domain &amp; SSL: Deploy website to a professional custom URL.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Advanced UI Motion: Incorporate Framer Motion or GSAP web animations.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• Live Email API: Integrate EmailJS or SendGrid for real-time contact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